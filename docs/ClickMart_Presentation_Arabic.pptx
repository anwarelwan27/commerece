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320040"/>
            <a:ext cx="11548872" cy="6217920"/>
          </a:xfrm>
          <a:prstGeom prst="roundRect">
            <a:avLst/>
          </a:prstGeom>
          <a:solidFill>
            <a:srgbClr val="101B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84831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94360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5F8FF"/>
                </a:solidFill>
                <a:latin typeface="Arial"/>
              </a:defRPr>
            </a:pPr>
            <a:r>
              <a:t>ClickMart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8BDF8"/>
                </a:solidFill>
                <a:latin typeface="Arial"/>
              </a:defRPr>
            </a:pPr>
            <a:r>
              <a:t>متجر إلكتروني لبيع الألعاب الرقمية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مشروع تخرج Full Stack معمول بشكل عصري ومناسب لفكرة الجيمز</a:t>
            </a:r>
          </a:p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Frontend: React.js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Backend: Node.js + Express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Database: MySQL باستخدام XAMPP و phpMyAdmin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0317" y="5760720"/>
            <a:ext cx="177760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FC9DB"/>
                </a:solidFill>
                <a:latin typeface="Arial"/>
              </a:defRPr>
            </a:pPr>
            <a:r>
              <a:rPr dirty="0" err="1"/>
              <a:t>إعداد</a:t>
            </a:r>
            <a:r>
              <a:rPr dirty="0"/>
              <a:t> </a:t>
            </a:r>
            <a:r>
              <a:rPr dirty="0" err="1"/>
              <a:t>الطالب</a:t>
            </a:r>
            <a:r>
              <a:rPr dirty="0"/>
              <a:t>:</a:t>
            </a:r>
            <a:r>
              <a:rPr lang="en-US" dirty="0"/>
              <a:t> Anwar </a:t>
            </a:r>
            <a:r>
              <a:rPr lang="en-US" dirty="0" err="1"/>
              <a:t>Elwan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320040"/>
            <a:ext cx="11548872" cy="6217920"/>
          </a:xfrm>
          <a:prstGeom prst="roundRect">
            <a:avLst/>
          </a:prstGeom>
          <a:solidFill>
            <a:srgbClr val="101B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84831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94360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5F8FF"/>
                </a:solidFill>
                <a:latin typeface="Arial"/>
              </a:defRPr>
            </a:pPr>
            <a:r>
              <a:t>فكرة المشروع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المشروع عبارة عن موقع لعرض وبيع الألعاب الرقمية بشكل سهل ومنظم.</a:t>
            </a:r>
          </a:p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الهدف إن المستخدم يقدر يوصل للعبة اللي عايزها بسرعة بدل ما يدوّر وسط منتجات كتير بشكل عشوائي.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الموقع بيوفر تجربة شراء متكاملة بداية من التصفح لحد السلة والـ Checkout.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ركزت إن التصميم يكون Gaming Style ومش شبه مواقع التسوق التقليدية.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320040"/>
            <a:ext cx="11548872" cy="6217920"/>
          </a:xfrm>
          <a:prstGeom prst="roundRect">
            <a:avLst/>
          </a:prstGeom>
          <a:solidFill>
            <a:srgbClr val="101B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84831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94360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5F8FF"/>
                </a:solidFill>
                <a:latin typeface="Arial"/>
              </a:defRPr>
            </a:pPr>
            <a:r>
              <a:t>أهداف المشروع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إنشاء موقع E-commerce كامل باستخدام Frontend و Backend و Database.</a:t>
            </a:r>
          </a:p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تطبيق فكرة الـ Responsive Design عشان الموقع يشتغل على كل الأجهزة.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تنظيم المشروع بشكل احترافي باستخدام Components و Routes و Controllers و Models.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تقديم تجربة استخدام مريحة فيها سرعة ووضوح وسهولة في التنقل.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320040"/>
            <a:ext cx="11548872" cy="6217920"/>
          </a:xfrm>
          <a:prstGeom prst="roundRect">
            <a:avLst/>
          </a:prstGeom>
          <a:solidFill>
            <a:srgbClr val="101B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84831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94360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5F8FF"/>
                </a:solidFill>
                <a:latin typeface="Arial"/>
              </a:defRPr>
            </a:pPr>
            <a:r>
              <a:t>التكنولوجيز المستخدمة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React.js: لبناء الواجهة وتقسيم الموقع لكومبوننتس صغيرة ومنظمة.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React Router: للتنقل بين الصفحات بدون Reload.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Axios: لربط الفرونت إند بالـ APIs.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Node.js + Express: لبناء الـ REST API.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MySQL: لتخزين بيانات المستخدمين والألعاب والسلة والطلبات.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320040"/>
            <a:ext cx="11548872" cy="6217920"/>
          </a:xfrm>
          <a:prstGeom prst="roundRect">
            <a:avLst/>
          </a:prstGeom>
          <a:solidFill>
            <a:srgbClr val="101B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84831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94360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5F8FF"/>
                </a:solidFill>
                <a:latin typeface="Arial"/>
              </a:defRPr>
            </a:pPr>
            <a:r>
              <a:t>أهم المميزات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تصفح الألعاب وعرض التفاصيل الخاصة بكل لعبة.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Search في الوقت الحقيقي على اسم اللعبة.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Filter حسب الـ Category والسعر.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عرض الألعاب الأعلى تقييمًا في Top Rated Section.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إضافة للسلة وتعديل الكمية وحذف العناصر.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Dark Mode و Fully Responsive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320040"/>
            <a:ext cx="11548872" cy="6217920"/>
          </a:xfrm>
          <a:prstGeom prst="roundRect">
            <a:avLst/>
          </a:prstGeom>
          <a:solidFill>
            <a:srgbClr val="101B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84831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94360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5F8FF"/>
                </a:solidFill>
                <a:latin typeface="Arial"/>
              </a:defRPr>
            </a:pPr>
            <a:r>
              <a:t>شرح الـ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الصفحة الرئيسية فيها Hero Section و Top Rated Games.</a:t>
            </a:r>
          </a:p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صفحة الألعاب فيها كل المنتجات مع Search و Filter.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صفحة التفاصيل بتعرض معلومات اللعبة وإمكانية تحديد الكمية.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صفحة السلة فيها تحديث الكمية وحساب الإجمالي بشكل تلقائي.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صفحة Checkout بتجمع بيانات المستخدم وبتسجل Order جديد.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320040"/>
            <a:ext cx="11548872" cy="6217920"/>
          </a:xfrm>
          <a:prstGeom prst="roundRect">
            <a:avLst/>
          </a:prstGeom>
          <a:solidFill>
            <a:srgbClr val="101B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84831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94360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5F8FF"/>
                </a:solidFill>
                <a:latin typeface="Arial"/>
              </a:defRPr>
            </a:pPr>
            <a:r>
              <a:t>شرح جزء بسيط من الكود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اخترت أشرح Feature بسيطة وهي البحث عن الألعاب.</a:t>
            </a:r>
          </a:p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الفكرة إننا بناخد اللي المستخدم كتبه، ونقارن بيه أسماء الألعاب.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أي لعبة اسمها يحتوي على النص المكتوب بتظهر في النتائج.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114800"/>
            <a:ext cx="9601200" cy="1280160"/>
          </a:xfrm>
          <a:prstGeom prst="roundRect">
            <a:avLst/>
          </a:prstGeom>
          <a:solidFill>
            <a:srgbClr val="050A14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E2E8F0"/>
                </a:solidFill>
                <a:latin typeface="Consolas"/>
              </a:defRPr>
            </a:pPr>
            <a:r>
              <a:t>const filteredGames = games.filter((game) =&gt;</a:t>
            </a:r>
          </a:p>
          <a:p>
            <a:pPr algn="l">
              <a:defRPr sz="1600">
                <a:solidFill>
                  <a:srgbClr val="E2E8F0"/>
                </a:solidFill>
                <a:latin typeface="Consolas"/>
              </a:defRPr>
            </a:pPr>
            <a:r>
              <a:t>  game.title.toLowerCase().includes(search.toLowerCase())</a:t>
            </a:r>
          </a:p>
          <a:p>
            <a:pPr algn="l">
              <a:defRPr sz="160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320040"/>
            <a:ext cx="11548872" cy="6217920"/>
          </a:xfrm>
          <a:prstGeom prst="roundRect">
            <a:avLst/>
          </a:prstGeom>
          <a:solidFill>
            <a:srgbClr val="101B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84831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94360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5F8FF"/>
                </a:solidFill>
                <a:latin typeface="Arial"/>
              </a:defRPr>
            </a:pPr>
            <a:r>
              <a:t>التحديات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الربط بين React وبين الـ API بشكل صحيح.</a:t>
            </a:r>
          </a:p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تنظيم السلة وتحديث الكمية والإجمالي بدون أخطاء.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ضبط الـ Responsive Design على الموبايل والتابلت واللابتوب.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تنظيم ملفات المشروع عشان يكون سهل في الفهم والتعديل.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320040"/>
            <a:ext cx="11548872" cy="6217920"/>
          </a:xfrm>
          <a:prstGeom prst="roundRect">
            <a:avLst/>
          </a:prstGeom>
          <a:solidFill>
            <a:srgbClr val="101B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84831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94360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5F8FF"/>
                </a:solidFill>
                <a:latin typeface="Arial"/>
              </a:defRPr>
            </a:pPr>
            <a:r>
              <a:t>الخاتمة والتطوير المستقبلي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المشروع ساعدني أطبق فكرة Full Stack بشكل عملي من البداية للنهاية.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F5F8FF"/>
                </a:solidFill>
                <a:latin typeface="Arial"/>
              </a:defRPr>
            </a:pPr>
            <a:r>
              <a:t>• تعلمت إزاي أربط الواجهة بقاعدة البيانات عن طريق Backend منظم.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ممكن أطور المشروع بعد كده بإضافة لوحة تحكم Admin ونظام دفع حقيقي وWishlist.</a:t>
            </a:r>
          </a:p>
          <a:p>
            <a:pPr algn="r">
              <a:spcAft>
                <a:spcPts val="1000"/>
              </a:spcAft>
              <a:defRPr sz="1800">
                <a:solidFill>
                  <a:srgbClr val="BFC9DB"/>
                </a:solidFill>
                <a:latin typeface="Arial"/>
              </a:defRPr>
            </a:pPr>
            <a:r>
              <a:t>• شكراً لحضراتكم، وأتمنى يكون المشروع والشرح كانوا واضحين.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482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2026-04-09T20:50:44Z</dcterms:modified>
  <cp:category/>
</cp:coreProperties>
</file>